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8"/>
  </p:notesMasterIdLst>
  <p:sldIdLst>
    <p:sldId id="309" r:id="rId2"/>
    <p:sldId id="310" r:id="rId3"/>
    <p:sldId id="311" r:id="rId4"/>
    <p:sldId id="308" r:id="rId5"/>
    <p:sldId id="306" r:id="rId6"/>
    <p:sldId id="307" r:id="rId7"/>
  </p:sldIdLst>
  <p:sldSz cx="21599525" cy="29519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7C77"/>
    <a:srgbClr val="9437FF"/>
    <a:srgbClr val="008F00"/>
    <a:srgbClr val="4E8F00"/>
    <a:srgbClr val="0432FF"/>
    <a:srgbClr val="FF7E79"/>
    <a:srgbClr val="929000"/>
    <a:srgbClr val="009051"/>
    <a:srgbClr val="FFD579"/>
    <a:srgbClr val="94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86601"/>
  </p:normalViewPr>
  <p:slideViewPr>
    <p:cSldViewPr snapToGrid="0">
      <p:cViewPr>
        <p:scale>
          <a:sx n="98" d="100"/>
          <a:sy n="98" d="100"/>
        </p:scale>
        <p:origin x="704" y="-11864"/>
      </p:cViewPr>
      <p:guideLst/>
    </p:cSldViewPr>
  </p:slideViewPr>
  <p:outlineViewPr>
    <p:cViewPr>
      <p:scale>
        <a:sx n="85" d="100"/>
        <a:sy n="85" d="100"/>
      </p:scale>
      <p:origin x="0" y="-6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B41F5-D7E7-2245-A966-B74F813D0551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00288" y="1143000"/>
            <a:ext cx="2257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D73DD-E822-404D-9460-A2BC29D1A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00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1pPr>
    <a:lvl2pPr marL="525691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2pPr>
    <a:lvl3pPr marL="1051384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3pPr>
    <a:lvl4pPr marL="1577076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4pPr>
    <a:lvl5pPr marL="2102766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5pPr>
    <a:lvl6pPr marL="2628460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6pPr>
    <a:lvl7pPr marL="3154151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7pPr>
    <a:lvl8pPr marL="3679844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8pPr>
    <a:lvl9pPr marL="4205535" algn="l" defTabSz="1051384" rtl="0" eaLnBrk="1" latinLnBrk="0" hangingPunct="1">
      <a:defRPr sz="13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20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2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D73DD-E822-404D-9460-A2BC29D1A6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18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4831098"/>
            <a:ext cx="18359596" cy="10277181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5504607"/>
            <a:ext cx="16199644" cy="7127059"/>
          </a:xfrm>
        </p:spPr>
        <p:txBody>
          <a:bodyPr/>
          <a:lstStyle>
            <a:lvl1pPr marL="0" indent="0" algn="ctr">
              <a:buNone/>
              <a:defRPr sz="5669"/>
            </a:lvl1pPr>
            <a:lvl2pPr marL="1080007" indent="0" algn="ctr">
              <a:buNone/>
              <a:defRPr sz="4724"/>
            </a:lvl2pPr>
            <a:lvl3pPr marL="2160013" indent="0" algn="ctr">
              <a:buNone/>
              <a:defRPr sz="4252"/>
            </a:lvl3pPr>
            <a:lvl4pPr marL="3240020" indent="0" algn="ctr">
              <a:buNone/>
              <a:defRPr sz="3780"/>
            </a:lvl4pPr>
            <a:lvl5pPr marL="4320024" indent="0" algn="ctr">
              <a:buNone/>
              <a:defRPr sz="3780"/>
            </a:lvl5pPr>
            <a:lvl6pPr marL="5400031" indent="0" algn="ctr">
              <a:buNone/>
              <a:defRPr sz="3780"/>
            </a:lvl6pPr>
            <a:lvl7pPr marL="6480037" indent="0" algn="ctr">
              <a:buNone/>
              <a:defRPr sz="3780"/>
            </a:lvl7pPr>
            <a:lvl8pPr marL="7560044" indent="0" algn="ctr">
              <a:buNone/>
              <a:defRPr sz="3780"/>
            </a:lvl8pPr>
            <a:lvl9pPr marL="8640050" indent="0" algn="ctr">
              <a:buNone/>
              <a:defRPr sz="37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86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52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7359400"/>
            <a:ext cx="18629590" cy="12279316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19754883"/>
            <a:ext cx="18629590" cy="645740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80007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60013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4002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2002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40003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8003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6004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4005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7858217"/>
            <a:ext cx="9179798" cy="18729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7858217"/>
            <a:ext cx="9179798" cy="18729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3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571651"/>
            <a:ext cx="18629590" cy="5705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236396"/>
            <a:ext cx="9137610" cy="354644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80007" indent="0">
              <a:buNone/>
              <a:defRPr sz="4724" b="1"/>
            </a:lvl2pPr>
            <a:lvl3pPr marL="2160013" indent="0">
              <a:buNone/>
              <a:defRPr sz="4252" b="1"/>
            </a:lvl3pPr>
            <a:lvl4pPr marL="3240020" indent="0">
              <a:buNone/>
              <a:defRPr sz="3780" b="1"/>
            </a:lvl4pPr>
            <a:lvl5pPr marL="4320024" indent="0">
              <a:buNone/>
              <a:defRPr sz="3780" b="1"/>
            </a:lvl5pPr>
            <a:lvl6pPr marL="5400031" indent="0">
              <a:buNone/>
              <a:defRPr sz="3780" b="1"/>
            </a:lvl6pPr>
            <a:lvl7pPr marL="6480037" indent="0">
              <a:buNone/>
              <a:defRPr sz="3780" b="1"/>
            </a:lvl7pPr>
            <a:lvl8pPr marL="7560044" indent="0">
              <a:buNone/>
              <a:defRPr sz="3780" b="1"/>
            </a:lvl8pPr>
            <a:lvl9pPr marL="8640050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0782840"/>
            <a:ext cx="9137610" cy="158599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3" y="7236396"/>
            <a:ext cx="9182611" cy="3546445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80007" indent="0">
              <a:buNone/>
              <a:defRPr sz="4724" b="1"/>
            </a:lvl2pPr>
            <a:lvl3pPr marL="2160013" indent="0">
              <a:buNone/>
              <a:defRPr sz="4252" b="1"/>
            </a:lvl3pPr>
            <a:lvl4pPr marL="3240020" indent="0">
              <a:buNone/>
              <a:defRPr sz="3780" b="1"/>
            </a:lvl4pPr>
            <a:lvl5pPr marL="4320024" indent="0">
              <a:buNone/>
              <a:defRPr sz="3780" b="1"/>
            </a:lvl5pPr>
            <a:lvl6pPr marL="5400031" indent="0">
              <a:buNone/>
              <a:defRPr sz="3780" b="1"/>
            </a:lvl6pPr>
            <a:lvl7pPr marL="6480037" indent="0">
              <a:buNone/>
              <a:defRPr sz="3780" b="1"/>
            </a:lvl7pPr>
            <a:lvl8pPr marL="7560044" indent="0">
              <a:buNone/>
              <a:defRPr sz="3780" b="1"/>
            </a:lvl8pPr>
            <a:lvl9pPr marL="8640050" indent="0">
              <a:buNone/>
              <a:defRPr sz="37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3" y="10782840"/>
            <a:ext cx="9182611" cy="158599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92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14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5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3" y="1967971"/>
            <a:ext cx="6966409" cy="688789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250278"/>
            <a:ext cx="10934760" cy="2097802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3" y="8855870"/>
            <a:ext cx="6966409" cy="16406593"/>
          </a:xfrm>
        </p:spPr>
        <p:txBody>
          <a:bodyPr/>
          <a:lstStyle>
            <a:lvl1pPr marL="0" indent="0">
              <a:buNone/>
              <a:defRPr sz="3780"/>
            </a:lvl1pPr>
            <a:lvl2pPr marL="1080007" indent="0">
              <a:buNone/>
              <a:defRPr sz="3307"/>
            </a:lvl2pPr>
            <a:lvl3pPr marL="2160013" indent="0">
              <a:buNone/>
              <a:defRPr sz="2835"/>
            </a:lvl3pPr>
            <a:lvl4pPr marL="3240020" indent="0">
              <a:buNone/>
              <a:defRPr sz="2362"/>
            </a:lvl4pPr>
            <a:lvl5pPr marL="4320024" indent="0">
              <a:buNone/>
              <a:defRPr sz="2362"/>
            </a:lvl5pPr>
            <a:lvl6pPr marL="5400031" indent="0">
              <a:buNone/>
              <a:defRPr sz="2362"/>
            </a:lvl6pPr>
            <a:lvl7pPr marL="6480037" indent="0">
              <a:buNone/>
              <a:defRPr sz="2362"/>
            </a:lvl7pPr>
            <a:lvl8pPr marL="7560044" indent="0">
              <a:buNone/>
              <a:defRPr sz="2362"/>
            </a:lvl8pPr>
            <a:lvl9pPr marL="8640050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1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3" y="1967971"/>
            <a:ext cx="6966409" cy="6887898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250278"/>
            <a:ext cx="10934760" cy="20978023"/>
          </a:xfrm>
        </p:spPr>
        <p:txBody>
          <a:bodyPr anchor="t"/>
          <a:lstStyle>
            <a:lvl1pPr marL="0" indent="0">
              <a:buNone/>
              <a:defRPr sz="7559"/>
            </a:lvl1pPr>
            <a:lvl2pPr marL="1080007" indent="0">
              <a:buNone/>
              <a:defRPr sz="6614"/>
            </a:lvl2pPr>
            <a:lvl3pPr marL="2160013" indent="0">
              <a:buNone/>
              <a:defRPr sz="5669"/>
            </a:lvl3pPr>
            <a:lvl4pPr marL="3240020" indent="0">
              <a:buNone/>
              <a:defRPr sz="4724"/>
            </a:lvl4pPr>
            <a:lvl5pPr marL="4320024" indent="0">
              <a:buNone/>
              <a:defRPr sz="4724"/>
            </a:lvl5pPr>
            <a:lvl6pPr marL="5400031" indent="0">
              <a:buNone/>
              <a:defRPr sz="4724"/>
            </a:lvl6pPr>
            <a:lvl7pPr marL="6480037" indent="0">
              <a:buNone/>
              <a:defRPr sz="4724"/>
            </a:lvl7pPr>
            <a:lvl8pPr marL="7560044" indent="0">
              <a:buNone/>
              <a:defRPr sz="4724"/>
            </a:lvl8pPr>
            <a:lvl9pPr marL="8640050" indent="0">
              <a:buNone/>
              <a:defRPr sz="472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3" y="8855870"/>
            <a:ext cx="6966409" cy="16406593"/>
          </a:xfrm>
        </p:spPr>
        <p:txBody>
          <a:bodyPr/>
          <a:lstStyle>
            <a:lvl1pPr marL="0" indent="0">
              <a:buNone/>
              <a:defRPr sz="3780"/>
            </a:lvl1pPr>
            <a:lvl2pPr marL="1080007" indent="0">
              <a:buNone/>
              <a:defRPr sz="3307"/>
            </a:lvl2pPr>
            <a:lvl3pPr marL="2160013" indent="0">
              <a:buNone/>
              <a:defRPr sz="2835"/>
            </a:lvl3pPr>
            <a:lvl4pPr marL="3240020" indent="0">
              <a:buNone/>
              <a:defRPr sz="2362"/>
            </a:lvl4pPr>
            <a:lvl5pPr marL="4320024" indent="0">
              <a:buNone/>
              <a:defRPr sz="2362"/>
            </a:lvl5pPr>
            <a:lvl6pPr marL="5400031" indent="0">
              <a:buNone/>
              <a:defRPr sz="2362"/>
            </a:lvl6pPr>
            <a:lvl7pPr marL="6480037" indent="0">
              <a:buNone/>
              <a:defRPr sz="2362"/>
            </a:lvl7pPr>
            <a:lvl8pPr marL="7560044" indent="0">
              <a:buNone/>
              <a:defRPr sz="2362"/>
            </a:lvl8pPr>
            <a:lvl9pPr marL="8640050" indent="0">
              <a:buNone/>
              <a:defRPr sz="236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2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7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571644"/>
            <a:ext cx="4657398" cy="2501646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70" y="1571644"/>
            <a:ext cx="13702199" cy="2501646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99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571651"/>
            <a:ext cx="18629590" cy="570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7858217"/>
            <a:ext cx="18629590" cy="18729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8" y="27360268"/>
            <a:ext cx="4859893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6E2E-C1E1-134D-B24F-A52C83510D06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27360268"/>
            <a:ext cx="7289840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7" y="27360268"/>
            <a:ext cx="4859893" cy="15716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AEB1D-332A-734B-928E-7B30DB388D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3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160013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0003" indent="-540003" algn="l" defTabSz="2160013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20010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700016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80021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60027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40034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20040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100047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80054" indent="-540003" algn="l" defTabSz="2160013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80007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60013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4002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20024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400031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80037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60044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40050" algn="l" defTabSz="2160013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198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260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986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3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FD72CF-CCA8-A999-FCAD-3CB3D71A03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20" t="4372" r="4173" b="1161"/>
          <a:stretch/>
        </p:blipFill>
        <p:spPr>
          <a:xfrm>
            <a:off x="0" y="1907781"/>
            <a:ext cx="21556538" cy="257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92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1A964E-2601-C074-1F4D-79E81DCB55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78"/>
          <a:stretch/>
        </p:blipFill>
        <p:spPr>
          <a:xfrm>
            <a:off x="797912" y="849818"/>
            <a:ext cx="20003699" cy="1080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940B25-F8D3-D027-145E-9601AE965308}"/>
              </a:ext>
            </a:extLst>
          </p:cNvPr>
          <p:cNvSpPr txBox="1"/>
          <p:nvPr/>
        </p:nvSpPr>
        <p:spPr>
          <a:xfrm>
            <a:off x="11820940" y="265043"/>
            <a:ext cx="71959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Seedlings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7993C-3B3D-4D6C-6ED9-74ECFF560D86}"/>
              </a:ext>
            </a:extLst>
          </p:cNvPr>
          <p:cNvSpPr txBox="1"/>
          <p:nvPr/>
        </p:nvSpPr>
        <p:spPr>
          <a:xfrm>
            <a:off x="2809460" y="273348"/>
            <a:ext cx="8878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Seeds</a:t>
            </a:r>
          </a:p>
        </p:txBody>
      </p:sp>
    </p:spTree>
    <p:extLst>
      <p:ext uri="{BB962C8B-B14F-4D97-AF65-F5344CB8AC3E}">
        <p14:creationId xmlns:p14="http://schemas.microsoft.com/office/powerpoint/2010/main" val="2142699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155589</TotalTime>
  <Words>7</Words>
  <Application>Microsoft Macintosh PowerPoint</Application>
  <PresentationFormat>Custom</PresentationFormat>
  <Paragraphs>7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Expedito Olimi</dc:creator>
  <cp:lastModifiedBy>Expedito Olimi</cp:lastModifiedBy>
  <cp:revision>221</cp:revision>
  <dcterms:created xsi:type="dcterms:W3CDTF">2024-03-20T15:24:22Z</dcterms:created>
  <dcterms:modified xsi:type="dcterms:W3CDTF">2026-10-06T12:15:03Z</dcterms:modified>
</cp:coreProperties>
</file>