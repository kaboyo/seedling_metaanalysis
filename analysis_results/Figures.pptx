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notesMasterIdLst>
    <p:notesMasterId r:id="rId8"/>
  </p:notesMasterIdLst>
  <p:sldIdLst>
    <p:sldId id="309" r:id="rId2"/>
    <p:sldId id="310" r:id="rId3"/>
    <p:sldId id="311" r:id="rId4"/>
    <p:sldId id="308" r:id="rId5"/>
    <p:sldId id="306" r:id="rId6"/>
    <p:sldId id="307" r:id="rId7"/>
  </p:sldIdLst>
  <p:sldSz cx="21599525" cy="29519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7C77"/>
    <a:srgbClr val="9437FF"/>
    <a:srgbClr val="008F00"/>
    <a:srgbClr val="4E8F00"/>
    <a:srgbClr val="0432FF"/>
    <a:srgbClr val="FF7E79"/>
    <a:srgbClr val="929000"/>
    <a:srgbClr val="009051"/>
    <a:srgbClr val="FFD579"/>
    <a:srgbClr val="945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2"/>
    <p:restoredTop sz="86518"/>
  </p:normalViewPr>
  <p:slideViewPr>
    <p:cSldViewPr snapToGrid="0">
      <p:cViewPr>
        <p:scale>
          <a:sx n="66" d="100"/>
          <a:sy n="66" d="100"/>
        </p:scale>
        <p:origin x="808" y="-1048"/>
      </p:cViewPr>
      <p:guideLst/>
    </p:cSldViewPr>
  </p:slideViewPr>
  <p:outlineViewPr>
    <p:cViewPr>
      <p:scale>
        <a:sx n="85" d="100"/>
        <a:sy n="85" d="100"/>
      </p:scale>
      <p:origin x="0" y="-66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B41F5-D7E7-2245-A966-B74F813D0551}" type="datetimeFigureOut">
              <a:rPr lang="en-US" smtClean="0"/>
              <a:t>7/25/25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0288" y="1143000"/>
            <a:ext cx="2257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D73DD-E822-404D-9460-A2BC29D1A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600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1pPr>
    <a:lvl2pPr marL="525691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2pPr>
    <a:lvl3pPr marL="1051384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3pPr>
    <a:lvl4pPr marL="1577076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4pPr>
    <a:lvl5pPr marL="2102766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5pPr>
    <a:lvl6pPr marL="2628460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6pPr>
    <a:lvl7pPr marL="3154151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7pPr>
    <a:lvl8pPr marL="3679844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8pPr>
    <a:lvl9pPr marL="4205535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9208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092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418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4831098"/>
            <a:ext cx="18359596" cy="10277181"/>
          </a:xfrm>
        </p:spPr>
        <p:txBody>
          <a:bodyPr anchor="b"/>
          <a:lstStyle>
            <a:lvl1pPr algn="ctr">
              <a:defRPr sz="1417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15504607"/>
            <a:ext cx="16199644" cy="7127059"/>
          </a:xfrm>
        </p:spPr>
        <p:txBody>
          <a:bodyPr/>
          <a:lstStyle>
            <a:lvl1pPr marL="0" indent="0" algn="ctr">
              <a:buNone/>
              <a:defRPr sz="5669"/>
            </a:lvl1pPr>
            <a:lvl2pPr marL="1080007" indent="0" algn="ctr">
              <a:buNone/>
              <a:defRPr sz="4724"/>
            </a:lvl2pPr>
            <a:lvl3pPr marL="2160013" indent="0" algn="ctr">
              <a:buNone/>
              <a:defRPr sz="4252"/>
            </a:lvl3pPr>
            <a:lvl4pPr marL="3240020" indent="0" algn="ctr">
              <a:buNone/>
              <a:defRPr sz="3780"/>
            </a:lvl4pPr>
            <a:lvl5pPr marL="4320024" indent="0" algn="ctr">
              <a:buNone/>
              <a:defRPr sz="3780"/>
            </a:lvl5pPr>
            <a:lvl6pPr marL="5400031" indent="0" algn="ctr">
              <a:buNone/>
              <a:defRPr sz="3780"/>
            </a:lvl6pPr>
            <a:lvl7pPr marL="6480037" indent="0" algn="ctr">
              <a:buNone/>
              <a:defRPr sz="3780"/>
            </a:lvl7pPr>
            <a:lvl8pPr marL="7560044" indent="0" algn="ctr">
              <a:buNone/>
              <a:defRPr sz="3780"/>
            </a:lvl8pPr>
            <a:lvl9pPr marL="8640050" indent="0" algn="ctr">
              <a:buNone/>
              <a:defRPr sz="378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486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652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7359400"/>
            <a:ext cx="18629590" cy="12279316"/>
          </a:xfrm>
        </p:spPr>
        <p:txBody>
          <a:bodyPr anchor="b"/>
          <a:lstStyle>
            <a:lvl1pPr>
              <a:defRPr sz="1417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19754883"/>
            <a:ext cx="18629590" cy="6457402"/>
          </a:xfrm>
        </p:spPr>
        <p:txBody>
          <a:bodyPr/>
          <a:lstStyle>
            <a:lvl1pPr marL="0" indent="0">
              <a:buNone/>
              <a:defRPr sz="5669">
                <a:solidFill>
                  <a:schemeClr val="tx1"/>
                </a:solidFill>
              </a:defRPr>
            </a:lvl1pPr>
            <a:lvl2pPr marL="1080007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2pPr>
            <a:lvl3pPr marL="2160013" indent="0">
              <a:buNone/>
              <a:defRPr sz="4252">
                <a:solidFill>
                  <a:schemeClr val="tx1">
                    <a:tint val="75000"/>
                  </a:schemeClr>
                </a:solidFill>
              </a:defRPr>
            </a:lvl3pPr>
            <a:lvl4pPr marL="324002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4pPr>
            <a:lvl5pPr marL="4320024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5pPr>
            <a:lvl6pPr marL="5400031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6pPr>
            <a:lvl7pPr marL="648003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7pPr>
            <a:lvl8pPr marL="7560044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8pPr>
            <a:lvl9pPr marL="864005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34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7858217"/>
            <a:ext cx="9179798" cy="1872989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7858217"/>
            <a:ext cx="9179798" cy="1872989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36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571651"/>
            <a:ext cx="18629590" cy="57057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7236396"/>
            <a:ext cx="9137610" cy="3546445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80007" indent="0">
              <a:buNone/>
              <a:defRPr sz="4724" b="1"/>
            </a:lvl2pPr>
            <a:lvl3pPr marL="2160013" indent="0">
              <a:buNone/>
              <a:defRPr sz="4252" b="1"/>
            </a:lvl3pPr>
            <a:lvl4pPr marL="3240020" indent="0">
              <a:buNone/>
              <a:defRPr sz="3780" b="1"/>
            </a:lvl4pPr>
            <a:lvl5pPr marL="4320024" indent="0">
              <a:buNone/>
              <a:defRPr sz="3780" b="1"/>
            </a:lvl5pPr>
            <a:lvl6pPr marL="5400031" indent="0">
              <a:buNone/>
              <a:defRPr sz="3780" b="1"/>
            </a:lvl6pPr>
            <a:lvl7pPr marL="6480037" indent="0">
              <a:buNone/>
              <a:defRPr sz="3780" b="1"/>
            </a:lvl7pPr>
            <a:lvl8pPr marL="7560044" indent="0">
              <a:buNone/>
              <a:defRPr sz="3780" b="1"/>
            </a:lvl8pPr>
            <a:lvl9pPr marL="8640050" indent="0">
              <a:buNone/>
              <a:defRPr sz="37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10782840"/>
            <a:ext cx="9137610" cy="158599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3" y="7236396"/>
            <a:ext cx="9182611" cy="3546445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80007" indent="0">
              <a:buNone/>
              <a:defRPr sz="4724" b="1"/>
            </a:lvl2pPr>
            <a:lvl3pPr marL="2160013" indent="0">
              <a:buNone/>
              <a:defRPr sz="4252" b="1"/>
            </a:lvl3pPr>
            <a:lvl4pPr marL="3240020" indent="0">
              <a:buNone/>
              <a:defRPr sz="3780" b="1"/>
            </a:lvl4pPr>
            <a:lvl5pPr marL="4320024" indent="0">
              <a:buNone/>
              <a:defRPr sz="3780" b="1"/>
            </a:lvl5pPr>
            <a:lvl6pPr marL="5400031" indent="0">
              <a:buNone/>
              <a:defRPr sz="3780" b="1"/>
            </a:lvl6pPr>
            <a:lvl7pPr marL="6480037" indent="0">
              <a:buNone/>
              <a:defRPr sz="3780" b="1"/>
            </a:lvl7pPr>
            <a:lvl8pPr marL="7560044" indent="0">
              <a:buNone/>
              <a:defRPr sz="3780" b="1"/>
            </a:lvl8pPr>
            <a:lvl9pPr marL="8640050" indent="0">
              <a:buNone/>
              <a:defRPr sz="37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3" y="10782840"/>
            <a:ext cx="9182611" cy="158599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92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45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559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3" y="1967971"/>
            <a:ext cx="6966409" cy="6887898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4250278"/>
            <a:ext cx="10934760" cy="20978023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69"/>
            </a:lvl3pPr>
            <a:lvl4pPr>
              <a:defRPr sz="4724"/>
            </a:lvl4pPr>
            <a:lvl5pPr>
              <a:defRPr sz="4724"/>
            </a:lvl5pPr>
            <a:lvl6pPr>
              <a:defRPr sz="4724"/>
            </a:lvl6pPr>
            <a:lvl7pPr>
              <a:defRPr sz="4724"/>
            </a:lvl7pPr>
            <a:lvl8pPr>
              <a:defRPr sz="4724"/>
            </a:lvl8pPr>
            <a:lvl9pPr>
              <a:defRPr sz="472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3" y="8855870"/>
            <a:ext cx="6966409" cy="16406593"/>
          </a:xfrm>
        </p:spPr>
        <p:txBody>
          <a:bodyPr/>
          <a:lstStyle>
            <a:lvl1pPr marL="0" indent="0">
              <a:buNone/>
              <a:defRPr sz="3780"/>
            </a:lvl1pPr>
            <a:lvl2pPr marL="1080007" indent="0">
              <a:buNone/>
              <a:defRPr sz="3307"/>
            </a:lvl2pPr>
            <a:lvl3pPr marL="2160013" indent="0">
              <a:buNone/>
              <a:defRPr sz="2835"/>
            </a:lvl3pPr>
            <a:lvl4pPr marL="3240020" indent="0">
              <a:buNone/>
              <a:defRPr sz="2362"/>
            </a:lvl4pPr>
            <a:lvl5pPr marL="4320024" indent="0">
              <a:buNone/>
              <a:defRPr sz="2362"/>
            </a:lvl5pPr>
            <a:lvl6pPr marL="5400031" indent="0">
              <a:buNone/>
              <a:defRPr sz="2362"/>
            </a:lvl6pPr>
            <a:lvl7pPr marL="6480037" indent="0">
              <a:buNone/>
              <a:defRPr sz="2362"/>
            </a:lvl7pPr>
            <a:lvl8pPr marL="7560044" indent="0">
              <a:buNone/>
              <a:defRPr sz="2362"/>
            </a:lvl8pPr>
            <a:lvl9pPr marL="8640050" indent="0">
              <a:buNone/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10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3" y="1967971"/>
            <a:ext cx="6966409" cy="6887898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4250278"/>
            <a:ext cx="10934760" cy="20978023"/>
          </a:xfrm>
        </p:spPr>
        <p:txBody>
          <a:bodyPr anchor="t"/>
          <a:lstStyle>
            <a:lvl1pPr marL="0" indent="0">
              <a:buNone/>
              <a:defRPr sz="7559"/>
            </a:lvl1pPr>
            <a:lvl2pPr marL="1080007" indent="0">
              <a:buNone/>
              <a:defRPr sz="6614"/>
            </a:lvl2pPr>
            <a:lvl3pPr marL="2160013" indent="0">
              <a:buNone/>
              <a:defRPr sz="5669"/>
            </a:lvl3pPr>
            <a:lvl4pPr marL="3240020" indent="0">
              <a:buNone/>
              <a:defRPr sz="4724"/>
            </a:lvl4pPr>
            <a:lvl5pPr marL="4320024" indent="0">
              <a:buNone/>
              <a:defRPr sz="4724"/>
            </a:lvl5pPr>
            <a:lvl6pPr marL="5400031" indent="0">
              <a:buNone/>
              <a:defRPr sz="4724"/>
            </a:lvl6pPr>
            <a:lvl7pPr marL="6480037" indent="0">
              <a:buNone/>
              <a:defRPr sz="4724"/>
            </a:lvl7pPr>
            <a:lvl8pPr marL="7560044" indent="0">
              <a:buNone/>
              <a:defRPr sz="4724"/>
            </a:lvl8pPr>
            <a:lvl9pPr marL="8640050" indent="0">
              <a:buNone/>
              <a:defRPr sz="4724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3" y="8855870"/>
            <a:ext cx="6966409" cy="16406593"/>
          </a:xfrm>
        </p:spPr>
        <p:txBody>
          <a:bodyPr/>
          <a:lstStyle>
            <a:lvl1pPr marL="0" indent="0">
              <a:buNone/>
              <a:defRPr sz="3780"/>
            </a:lvl1pPr>
            <a:lvl2pPr marL="1080007" indent="0">
              <a:buNone/>
              <a:defRPr sz="3307"/>
            </a:lvl2pPr>
            <a:lvl3pPr marL="2160013" indent="0">
              <a:buNone/>
              <a:defRPr sz="2835"/>
            </a:lvl3pPr>
            <a:lvl4pPr marL="3240020" indent="0">
              <a:buNone/>
              <a:defRPr sz="2362"/>
            </a:lvl4pPr>
            <a:lvl5pPr marL="4320024" indent="0">
              <a:buNone/>
              <a:defRPr sz="2362"/>
            </a:lvl5pPr>
            <a:lvl6pPr marL="5400031" indent="0">
              <a:buNone/>
              <a:defRPr sz="2362"/>
            </a:lvl6pPr>
            <a:lvl7pPr marL="6480037" indent="0">
              <a:buNone/>
              <a:defRPr sz="2362"/>
            </a:lvl7pPr>
            <a:lvl8pPr marL="7560044" indent="0">
              <a:buNone/>
              <a:defRPr sz="2362"/>
            </a:lvl8pPr>
            <a:lvl9pPr marL="8640050" indent="0">
              <a:buNone/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2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76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1571644"/>
            <a:ext cx="4657398" cy="2501646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70" y="1571644"/>
            <a:ext cx="13702199" cy="2501646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399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1571651"/>
            <a:ext cx="18629590" cy="5705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7858217"/>
            <a:ext cx="18629590" cy="18729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8" y="27360268"/>
            <a:ext cx="4859893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C36E2E-C1E1-134D-B24F-A52C83510D0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27360268"/>
            <a:ext cx="7289840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7" y="27360268"/>
            <a:ext cx="4859893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43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2160013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0003" indent="-540003" algn="l" defTabSz="2160013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20010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700016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80021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60027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40034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20040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100047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80054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80007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60013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4002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20024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400031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80037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60044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4005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7A6861E-CDFC-E042-CCB2-327ADA21BE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017" t="8334" r="9245" b="2376"/>
          <a:stretch/>
        </p:blipFill>
        <p:spPr>
          <a:xfrm>
            <a:off x="2348344" y="1957021"/>
            <a:ext cx="5525145" cy="72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D1B21B-D4F2-BA20-815E-05A89CD042A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676" t="3917" r="16048" b="3917"/>
          <a:stretch/>
        </p:blipFill>
        <p:spPr>
          <a:xfrm>
            <a:off x="14481952" y="1980590"/>
            <a:ext cx="5059869" cy="720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33C1D8-E8F8-4701-CAB0-0072630856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1072" t="2755" r="8372" b="2755"/>
          <a:stretch/>
        </p:blipFill>
        <p:spPr>
          <a:xfrm>
            <a:off x="8207004" y="1957021"/>
            <a:ext cx="5800066" cy="720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66F23D-1D17-F1BF-7D20-BBC3731B5E56}"/>
              </a:ext>
            </a:extLst>
          </p:cNvPr>
          <p:cNvSpPr txBox="1"/>
          <p:nvPr/>
        </p:nvSpPr>
        <p:spPr>
          <a:xfrm rot="16200000">
            <a:off x="-1538855" y="4313313"/>
            <a:ext cx="548740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PRODUCTION</a:t>
            </a:r>
          </a:p>
          <a:p>
            <a:pPr algn="ctr"/>
            <a:r>
              <a:rPr lang="en-US" sz="54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SYSTEM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45174F-B30E-61EE-2FBA-8312D0C04052}"/>
              </a:ext>
            </a:extLst>
          </p:cNvPr>
          <p:cNvSpPr/>
          <p:nvPr/>
        </p:nvSpPr>
        <p:spPr>
          <a:xfrm>
            <a:off x="2882004" y="173043"/>
            <a:ext cx="4396581" cy="15936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00" b="1" dirty="0">
              <a:solidFill>
                <a:schemeClr val="tx2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algn="ctr"/>
            <a:r>
              <a:rPr lang="en-US" sz="5400" b="1" dirty="0">
                <a:solidFill>
                  <a:schemeClr val="tx2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Organic </a:t>
            </a:r>
          </a:p>
          <a:p>
            <a:pPr algn="ctr"/>
            <a:r>
              <a:rPr lang="en-US" sz="5400" b="1" dirty="0">
                <a:solidFill>
                  <a:schemeClr val="tx2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[n=10]</a:t>
            </a:r>
          </a:p>
          <a:p>
            <a:pPr algn="ctr"/>
            <a:endParaRPr lang="en-US" sz="54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8B7F3C4-2357-33E0-D64A-E00E7E116F7D}"/>
              </a:ext>
            </a:extLst>
          </p:cNvPr>
          <p:cNvSpPr/>
          <p:nvPr/>
        </p:nvSpPr>
        <p:spPr>
          <a:xfrm>
            <a:off x="13980891" y="366501"/>
            <a:ext cx="5482325" cy="15936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00" b="1" dirty="0">
              <a:solidFill>
                <a:schemeClr val="tx2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lvl="1" algn="ctr"/>
            <a:r>
              <a:rPr lang="en-US" sz="5400" b="1" dirty="0">
                <a:solidFill>
                  <a:schemeClr val="tx2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Soil-less  </a:t>
            </a:r>
          </a:p>
          <a:p>
            <a:pPr algn="ctr"/>
            <a:r>
              <a:rPr lang="en-US" sz="5400" b="1" dirty="0">
                <a:solidFill>
                  <a:schemeClr val="tx2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[n=2]</a:t>
            </a:r>
          </a:p>
          <a:p>
            <a:pPr algn="ctr"/>
            <a:endParaRPr lang="en-US" sz="54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50FE61-13A2-F26A-839E-B31D244CCA21}"/>
              </a:ext>
            </a:extLst>
          </p:cNvPr>
          <p:cNvSpPr/>
          <p:nvPr/>
        </p:nvSpPr>
        <p:spPr>
          <a:xfrm>
            <a:off x="8033291" y="363376"/>
            <a:ext cx="5525144" cy="15936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00" b="1" dirty="0">
              <a:solidFill>
                <a:schemeClr val="tx2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algn="ctr"/>
            <a:r>
              <a:rPr lang="en-US" sz="5400" b="1" dirty="0">
                <a:solidFill>
                  <a:schemeClr val="tx2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Conventional </a:t>
            </a:r>
          </a:p>
          <a:p>
            <a:pPr algn="ctr"/>
            <a:r>
              <a:rPr lang="en-US" sz="5400" b="1" dirty="0">
                <a:solidFill>
                  <a:schemeClr val="tx2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[n=10]</a:t>
            </a:r>
          </a:p>
          <a:p>
            <a:pPr algn="ctr"/>
            <a:endParaRPr lang="en-US" sz="54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E036051-2666-CEAF-0B0B-75EDF223765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0638" t="4175" r="10638" b="18923"/>
          <a:stretch/>
        </p:blipFill>
        <p:spPr>
          <a:xfrm>
            <a:off x="3441832" y="9201034"/>
            <a:ext cx="3276922" cy="2520000"/>
          </a:xfrm>
          <a:prstGeom prst="can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97F52C-90EF-1910-B22D-8F080CBAFF6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782" t="6176" r="9782" b="9500"/>
          <a:stretch/>
        </p:blipFill>
        <p:spPr>
          <a:xfrm>
            <a:off x="9586619" y="9115636"/>
            <a:ext cx="2988477" cy="270831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4147C3-8A67-BD91-4E30-BAC6D95437A2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0638" t="7422" r="10638" b="15676"/>
          <a:stretch/>
        </p:blipFill>
        <p:spPr>
          <a:xfrm>
            <a:off x="15294819" y="9201034"/>
            <a:ext cx="3276921" cy="2766759"/>
          </a:xfrm>
          <a:prstGeom prst="rect">
            <a:avLst/>
          </a:prstGeom>
        </p:spPr>
      </p:pic>
      <p:sp>
        <p:nvSpPr>
          <p:cNvPr id="22" name="Down Arrow 21">
            <a:extLst>
              <a:ext uri="{FF2B5EF4-FFF2-40B4-BE49-F238E27FC236}">
                <a16:creationId xmlns:a16="http://schemas.microsoft.com/office/drawing/2014/main" id="{BACF5A03-0EC8-B2C5-D7D4-015DCB1FB67D}"/>
              </a:ext>
            </a:extLst>
          </p:cNvPr>
          <p:cNvSpPr/>
          <p:nvPr/>
        </p:nvSpPr>
        <p:spPr>
          <a:xfrm>
            <a:off x="4486820" y="7084365"/>
            <a:ext cx="1186947" cy="2024613"/>
          </a:xfrm>
          <a:prstGeom prst="downArrow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08C682F7-0412-F48E-829E-969B0AC8DD13}"/>
              </a:ext>
            </a:extLst>
          </p:cNvPr>
          <p:cNvSpPr/>
          <p:nvPr/>
        </p:nvSpPr>
        <p:spPr>
          <a:xfrm>
            <a:off x="10487385" y="7084365"/>
            <a:ext cx="1186947" cy="2024613"/>
          </a:xfrm>
          <a:prstGeom prst="downArrow">
            <a:avLst/>
          </a:prstGeom>
          <a:solidFill>
            <a:srgbClr val="187C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BC793F1F-7F1E-8E78-9606-A796BE98B03F}"/>
              </a:ext>
            </a:extLst>
          </p:cNvPr>
          <p:cNvSpPr/>
          <p:nvPr/>
        </p:nvSpPr>
        <p:spPr>
          <a:xfrm>
            <a:off x="16339807" y="7084365"/>
            <a:ext cx="1186947" cy="2031271"/>
          </a:xfrm>
          <a:prstGeom prst="down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F0EE16E-55F9-F495-33D5-7FA1CE77066C}"/>
              </a:ext>
            </a:extLst>
          </p:cNvPr>
          <p:cNvCxnSpPr/>
          <p:nvPr/>
        </p:nvCxnSpPr>
        <p:spPr>
          <a:xfrm>
            <a:off x="5110917" y="12123433"/>
            <a:ext cx="12107040" cy="191781"/>
          </a:xfrm>
          <a:prstGeom prst="line">
            <a:avLst/>
          </a:prstGeom>
          <a:ln w="762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E89BFC4-9463-75C0-93FB-3202344E855F}"/>
              </a:ext>
            </a:extLst>
          </p:cNvPr>
          <p:cNvCxnSpPr/>
          <p:nvPr/>
        </p:nvCxnSpPr>
        <p:spPr>
          <a:xfrm flipV="1">
            <a:off x="5149827" y="11714871"/>
            <a:ext cx="0" cy="408562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4D6FB2F-6107-2AF4-A30F-C3B5FE3F6A41}"/>
              </a:ext>
            </a:extLst>
          </p:cNvPr>
          <p:cNvCxnSpPr/>
          <p:nvPr/>
        </p:nvCxnSpPr>
        <p:spPr>
          <a:xfrm flipV="1">
            <a:off x="11164437" y="11823955"/>
            <a:ext cx="0" cy="408562"/>
          </a:xfrm>
          <a:prstGeom prst="line">
            <a:avLst/>
          </a:prstGeom>
          <a:ln w="76200">
            <a:solidFill>
              <a:srgbClr val="187C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765D4C4-6D72-E70F-2B5B-0E48C5E05832}"/>
              </a:ext>
            </a:extLst>
          </p:cNvPr>
          <p:cNvCxnSpPr/>
          <p:nvPr/>
        </p:nvCxnSpPr>
        <p:spPr>
          <a:xfrm flipV="1">
            <a:off x="17198502" y="11926107"/>
            <a:ext cx="0" cy="408562"/>
          </a:xfrm>
          <a:prstGeom prst="line">
            <a:avLst/>
          </a:prstGeom>
          <a:ln w="762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8198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260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9986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D3FDE1-6FA7-8AB9-E26D-5EB2D61CB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21565135" cy="7812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F5A841-5987-9945-04D1-77C132B83B4B}"/>
              </a:ext>
            </a:extLst>
          </p:cNvPr>
          <p:cNvSpPr txBox="1"/>
          <p:nvPr/>
        </p:nvSpPr>
        <p:spPr>
          <a:xfrm>
            <a:off x="1" y="749808"/>
            <a:ext cx="2156513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solidFill>
                  <a:schemeClr val="tx2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3269234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0F88008B-860E-01BC-B517-9EF66FE7086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006"/>
          <a:stretch/>
        </p:blipFill>
        <p:spPr>
          <a:xfrm>
            <a:off x="948290" y="5584602"/>
            <a:ext cx="6941701" cy="121158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14E00A8-F794-D240-C314-973B8403E2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375" r="2044"/>
          <a:stretch/>
        </p:blipFill>
        <p:spPr>
          <a:xfrm>
            <a:off x="7822366" y="1749202"/>
            <a:ext cx="13262301" cy="1618488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B5FF66-DD94-C01C-D596-D24DEEC1E2A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097" t="3388" r="2950" b="1244"/>
          <a:stretch/>
        </p:blipFill>
        <p:spPr>
          <a:xfrm>
            <a:off x="1668279" y="1660602"/>
            <a:ext cx="3495985" cy="3924000"/>
          </a:xfrm>
          <a:prstGeom prst="ellipse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98CBDE5-7BB3-F7BE-1920-E65A3E2149E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768" t="5229" r="15737" b="8466"/>
          <a:stretch/>
        </p:blipFill>
        <p:spPr>
          <a:xfrm>
            <a:off x="4419141" y="1660602"/>
            <a:ext cx="3174625" cy="3924000"/>
          </a:xfrm>
          <a:prstGeom prst="ellipse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AEEBF3A-185C-BB83-6BA3-454EB010907D}"/>
              </a:ext>
            </a:extLst>
          </p:cNvPr>
          <p:cNvSpPr txBox="1"/>
          <p:nvPr/>
        </p:nvSpPr>
        <p:spPr>
          <a:xfrm rot="16200000">
            <a:off x="-5344069" y="11380893"/>
            <a:ext cx="121158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abundance /grams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EB7BEB-9321-0232-52E8-75FBBC296691}"/>
              </a:ext>
            </a:extLst>
          </p:cNvPr>
          <p:cNvSpPr txBox="1"/>
          <p:nvPr/>
        </p:nvSpPr>
        <p:spPr>
          <a:xfrm>
            <a:off x="426801" y="1660602"/>
            <a:ext cx="543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EB046-13B0-1150-7ACD-A3FD9A8E1A0B}"/>
              </a:ext>
            </a:extLst>
          </p:cNvPr>
          <p:cNvSpPr txBox="1"/>
          <p:nvPr/>
        </p:nvSpPr>
        <p:spPr>
          <a:xfrm>
            <a:off x="7846546" y="1623060"/>
            <a:ext cx="535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pic>
        <p:nvPicPr>
          <p:cNvPr id="40" name="Picture 4">
            <a:extLst>
              <a:ext uri="{FF2B5EF4-FFF2-40B4-BE49-F238E27FC236}">
                <a16:creationId xmlns:a16="http://schemas.microsoft.com/office/drawing/2014/main" id="{F5D9BB34-B365-034C-F99E-F250C6C037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55" b="50535"/>
          <a:stretch/>
        </p:blipFill>
        <p:spPr bwMode="auto">
          <a:xfrm>
            <a:off x="975442" y="18071878"/>
            <a:ext cx="20109225" cy="402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D460A68-6CDB-7B2D-0490-53582F89F016}"/>
              </a:ext>
            </a:extLst>
          </p:cNvPr>
          <p:cNvSpPr txBox="1"/>
          <p:nvPr/>
        </p:nvSpPr>
        <p:spPr>
          <a:xfrm>
            <a:off x="1885951" y="17945344"/>
            <a:ext cx="6315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isolate: Organic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E14F53-6F66-62C1-CC13-9EC3CED10FD9}"/>
              </a:ext>
            </a:extLst>
          </p:cNvPr>
          <p:cNvSpPr txBox="1"/>
          <p:nvPr/>
        </p:nvSpPr>
        <p:spPr>
          <a:xfrm>
            <a:off x="8414330" y="17945344"/>
            <a:ext cx="6032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isolate: Organic 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562122-871B-4925-6D01-C59EBEDCB68C}"/>
              </a:ext>
            </a:extLst>
          </p:cNvPr>
          <p:cNvSpPr txBox="1"/>
          <p:nvPr/>
        </p:nvSpPr>
        <p:spPr>
          <a:xfrm>
            <a:off x="14591685" y="17945344"/>
            <a:ext cx="6032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isolate: Conventional 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A889C3D-56EF-05BA-A691-D9E5DC712873}"/>
              </a:ext>
            </a:extLst>
          </p:cNvPr>
          <p:cNvSpPr/>
          <p:nvPr/>
        </p:nvSpPr>
        <p:spPr>
          <a:xfrm>
            <a:off x="3543300" y="22108160"/>
            <a:ext cx="16319500" cy="2667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7321CBC-33E3-C80F-2659-5C7E4D8EEDE1}"/>
              </a:ext>
            </a:extLst>
          </p:cNvPr>
          <p:cNvSpPr/>
          <p:nvPr/>
        </p:nvSpPr>
        <p:spPr>
          <a:xfrm>
            <a:off x="20180300" y="21472004"/>
            <a:ext cx="774700" cy="417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9D543F4-54A4-8030-D1EB-A290246B34E7}"/>
              </a:ext>
            </a:extLst>
          </p:cNvPr>
          <p:cNvSpPr/>
          <p:nvPr/>
        </p:nvSpPr>
        <p:spPr>
          <a:xfrm>
            <a:off x="20699046" y="22022096"/>
            <a:ext cx="330917" cy="417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8">
            <a:extLst>
              <a:ext uri="{FF2B5EF4-FFF2-40B4-BE49-F238E27FC236}">
                <a16:creationId xmlns:a16="http://schemas.microsoft.com/office/drawing/2014/main" id="{D5D20908-65EB-CB97-63A2-2F85BB51B2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704" t="10342" r="1621" b="87282"/>
          <a:stretch/>
        </p:blipFill>
        <p:spPr bwMode="auto">
          <a:xfrm>
            <a:off x="5612712" y="27587624"/>
            <a:ext cx="3483428" cy="435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8">
            <a:extLst>
              <a:ext uri="{FF2B5EF4-FFF2-40B4-BE49-F238E27FC236}">
                <a16:creationId xmlns:a16="http://schemas.microsoft.com/office/drawing/2014/main" id="{33210547-9D3A-07E1-ABF0-5DCC129E3D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704" t="12558" r="1621" b="85066"/>
          <a:stretch/>
        </p:blipFill>
        <p:spPr bwMode="auto">
          <a:xfrm>
            <a:off x="9558803" y="27496004"/>
            <a:ext cx="3483428" cy="435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8">
            <a:extLst>
              <a:ext uri="{FF2B5EF4-FFF2-40B4-BE49-F238E27FC236}">
                <a16:creationId xmlns:a16="http://schemas.microsoft.com/office/drawing/2014/main" id="{33EC57B1-C89A-72D4-BC78-7AFBD1A6B0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704" t="14932" r="1621" b="81741"/>
          <a:stretch/>
        </p:blipFill>
        <p:spPr bwMode="auto">
          <a:xfrm>
            <a:off x="13504894" y="27387146"/>
            <a:ext cx="3483428" cy="609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8">
            <a:extLst>
              <a:ext uri="{FF2B5EF4-FFF2-40B4-BE49-F238E27FC236}">
                <a16:creationId xmlns:a16="http://schemas.microsoft.com/office/drawing/2014/main" id="{14FF0F16-B749-A975-A003-13D822EF2D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704" t="18421" r="1621" b="79629"/>
          <a:stretch/>
        </p:blipFill>
        <p:spPr bwMode="auto">
          <a:xfrm>
            <a:off x="17548398" y="27513238"/>
            <a:ext cx="3483428" cy="357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A2D2FAB-1B92-A17A-F7DA-0A894CBC7B80}"/>
              </a:ext>
            </a:extLst>
          </p:cNvPr>
          <p:cNvSpPr txBox="1"/>
          <p:nvPr/>
        </p:nvSpPr>
        <p:spPr>
          <a:xfrm>
            <a:off x="567700" y="27474233"/>
            <a:ext cx="50450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Bile salt concentration (%)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622806-E1F8-4EDA-5895-F3591BCC57E8}"/>
              </a:ext>
            </a:extLst>
          </p:cNvPr>
          <p:cNvSpPr txBox="1"/>
          <p:nvPr/>
        </p:nvSpPr>
        <p:spPr>
          <a:xfrm>
            <a:off x="367632" y="17448045"/>
            <a:ext cx="5004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927810-5F4D-ED72-E131-CA75D823BFFD}"/>
              </a:ext>
            </a:extLst>
          </p:cNvPr>
          <p:cNvSpPr txBox="1"/>
          <p:nvPr/>
        </p:nvSpPr>
        <p:spPr>
          <a:xfrm rot="16200000">
            <a:off x="-1343584" y="19738047"/>
            <a:ext cx="38555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0D600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A41E5C-FB58-4448-4C64-43E229B62950}"/>
              </a:ext>
            </a:extLst>
          </p:cNvPr>
          <p:cNvSpPr txBox="1"/>
          <p:nvPr/>
        </p:nvSpPr>
        <p:spPr>
          <a:xfrm rot="16200000">
            <a:off x="-1310699" y="24427514"/>
            <a:ext cx="3787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0D600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E83240F-0002-04ED-44E0-EBA99D3BC1D4}"/>
              </a:ext>
            </a:extLst>
          </p:cNvPr>
          <p:cNvSpPr/>
          <p:nvPr/>
        </p:nvSpPr>
        <p:spPr>
          <a:xfrm>
            <a:off x="977622" y="19156036"/>
            <a:ext cx="357592" cy="17901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D57DDC-3992-01DF-6981-A5F267F0D38D}"/>
              </a:ext>
            </a:extLst>
          </p:cNvPr>
          <p:cNvSpPr/>
          <p:nvPr/>
        </p:nvSpPr>
        <p:spPr>
          <a:xfrm>
            <a:off x="977622" y="23468312"/>
            <a:ext cx="357592" cy="17901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DE2805-BB3D-E8F4-5707-CEF75A5398E0}"/>
              </a:ext>
            </a:extLst>
          </p:cNvPr>
          <p:cNvSpPr txBox="1"/>
          <p:nvPr/>
        </p:nvSpPr>
        <p:spPr>
          <a:xfrm>
            <a:off x="1736725" y="26929530"/>
            <a:ext cx="615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Time (hours)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FEBCC6-A65C-4E0A-9E77-BE737C019823}"/>
              </a:ext>
            </a:extLst>
          </p:cNvPr>
          <p:cNvSpPr txBox="1"/>
          <p:nvPr/>
        </p:nvSpPr>
        <p:spPr>
          <a:xfrm>
            <a:off x="8201024" y="26929288"/>
            <a:ext cx="62457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Time (hours)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60FF50F-C5C3-4FDC-BFDE-9EFB7BB50B46}"/>
              </a:ext>
            </a:extLst>
          </p:cNvPr>
          <p:cNvSpPr txBox="1"/>
          <p:nvPr/>
        </p:nvSpPr>
        <p:spPr>
          <a:xfrm>
            <a:off x="14711044" y="26933557"/>
            <a:ext cx="6243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Time (hours)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A92767-E067-8777-79BE-B0DBC51B815B}"/>
              </a:ext>
            </a:extLst>
          </p:cNvPr>
          <p:cNvSpPr txBox="1"/>
          <p:nvPr/>
        </p:nvSpPr>
        <p:spPr>
          <a:xfrm>
            <a:off x="17410113" y="16506688"/>
            <a:ext cx="3737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isolates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061CDF-7A65-3D9C-A337-78FE81C2CB07}"/>
              </a:ext>
            </a:extLst>
          </p:cNvPr>
          <p:cNvSpPr txBox="1"/>
          <p:nvPr/>
        </p:nvSpPr>
        <p:spPr>
          <a:xfrm>
            <a:off x="7899479" y="6821537"/>
            <a:ext cx="5180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A55A35-533E-2B14-284E-C9882A273EB8}"/>
              </a:ext>
            </a:extLst>
          </p:cNvPr>
          <p:cNvSpPr txBox="1"/>
          <p:nvPr/>
        </p:nvSpPr>
        <p:spPr>
          <a:xfrm>
            <a:off x="7917132" y="12217037"/>
            <a:ext cx="567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6FC9F25-7E98-5D6A-FB06-743C81C4111B}"/>
              </a:ext>
            </a:extLst>
          </p:cNvPr>
          <p:cNvSpPr txBox="1"/>
          <p:nvPr/>
        </p:nvSpPr>
        <p:spPr>
          <a:xfrm>
            <a:off x="7966072" y="17508989"/>
            <a:ext cx="4844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11E35D-34F2-0406-5B0D-3C00ADF53476}"/>
              </a:ext>
            </a:extLst>
          </p:cNvPr>
          <p:cNvSpPr txBox="1"/>
          <p:nvPr/>
        </p:nvSpPr>
        <p:spPr>
          <a:xfrm>
            <a:off x="14380148" y="17425544"/>
            <a:ext cx="5597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26189A7-4E01-3ACC-A643-60A876BDF022}"/>
              </a:ext>
            </a:extLst>
          </p:cNvPr>
          <p:cNvSpPr txBox="1"/>
          <p:nvPr/>
        </p:nvSpPr>
        <p:spPr>
          <a:xfrm>
            <a:off x="342166" y="22287652"/>
            <a:ext cx="570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7FE46C-27EC-869D-8FB5-7D35E196ED23}"/>
              </a:ext>
            </a:extLst>
          </p:cNvPr>
          <p:cNvSpPr txBox="1"/>
          <p:nvPr/>
        </p:nvSpPr>
        <p:spPr>
          <a:xfrm>
            <a:off x="7991211" y="22101779"/>
            <a:ext cx="436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</a:t>
            </a:r>
          </a:p>
        </p:txBody>
      </p:sp>
      <p:pic>
        <p:nvPicPr>
          <p:cNvPr id="76" name="Picture 4">
            <a:extLst>
              <a:ext uri="{FF2B5EF4-FFF2-40B4-BE49-F238E27FC236}">
                <a16:creationId xmlns:a16="http://schemas.microsoft.com/office/drawing/2014/main" id="{AEB61788-40E5-4F5D-8D54-11053D1B81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344" b="4198"/>
          <a:stretch/>
        </p:blipFill>
        <p:spPr bwMode="auto">
          <a:xfrm>
            <a:off x="948290" y="22762319"/>
            <a:ext cx="20109225" cy="41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ABC7508D-A5F0-CB46-EAB2-1E2511A6810F}"/>
              </a:ext>
            </a:extLst>
          </p:cNvPr>
          <p:cNvSpPr txBox="1"/>
          <p:nvPr/>
        </p:nvSpPr>
        <p:spPr>
          <a:xfrm>
            <a:off x="1736725" y="22472318"/>
            <a:ext cx="6315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isolate: Conventional 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E06C7CB-EABD-26B7-4C8C-887F97BE281C}"/>
              </a:ext>
            </a:extLst>
          </p:cNvPr>
          <p:cNvSpPr txBox="1"/>
          <p:nvPr/>
        </p:nvSpPr>
        <p:spPr>
          <a:xfrm>
            <a:off x="8201024" y="22472318"/>
            <a:ext cx="63906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isolate: Conventional 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80D8300-EF4D-D64D-0FEF-727BAD576185}"/>
              </a:ext>
            </a:extLst>
          </p:cNvPr>
          <p:cNvSpPr txBox="1"/>
          <p:nvPr/>
        </p:nvSpPr>
        <p:spPr>
          <a:xfrm>
            <a:off x="14437878" y="22089556"/>
            <a:ext cx="436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J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107B2D-F96C-70A8-1A60-4C5D8789AE9C}"/>
              </a:ext>
            </a:extLst>
          </p:cNvPr>
          <p:cNvSpPr/>
          <p:nvPr/>
        </p:nvSpPr>
        <p:spPr>
          <a:xfrm>
            <a:off x="20109844" y="22424833"/>
            <a:ext cx="921981" cy="7041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71C65D6-A6CF-98EC-2330-1AE557986DFB}"/>
              </a:ext>
            </a:extLst>
          </p:cNvPr>
          <p:cNvSpPr txBox="1"/>
          <p:nvPr/>
        </p:nvSpPr>
        <p:spPr>
          <a:xfrm>
            <a:off x="14740909" y="22533874"/>
            <a:ext cx="60323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isolate: Conventional 9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3CE19D-CAB7-B94D-F70F-18F9520705CE}"/>
              </a:ext>
            </a:extLst>
          </p:cNvPr>
          <p:cNvSpPr/>
          <p:nvPr/>
        </p:nvSpPr>
        <p:spPr>
          <a:xfrm>
            <a:off x="20680758" y="21516724"/>
            <a:ext cx="330917" cy="417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892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0F88008B-860E-01BC-B517-9EF66FE7086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006"/>
          <a:stretch/>
        </p:blipFill>
        <p:spPr>
          <a:xfrm>
            <a:off x="948290" y="4304442"/>
            <a:ext cx="6941701" cy="121158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14E00A8-F794-D240-C314-973B8403E2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375" r="2044"/>
          <a:stretch/>
        </p:blipFill>
        <p:spPr>
          <a:xfrm>
            <a:off x="7822366" y="469042"/>
            <a:ext cx="13262301" cy="1618488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B5FF66-DD94-C01C-D596-D24DEEC1E2A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097" t="3388" r="2950" b="1244"/>
          <a:stretch/>
        </p:blipFill>
        <p:spPr>
          <a:xfrm>
            <a:off x="1668279" y="380442"/>
            <a:ext cx="3495985" cy="3924000"/>
          </a:xfrm>
          <a:prstGeom prst="ellipse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98CBDE5-7BB3-F7BE-1920-E65A3E2149E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768" t="5229" r="15737" b="8466"/>
          <a:stretch/>
        </p:blipFill>
        <p:spPr>
          <a:xfrm>
            <a:off x="4419141" y="380442"/>
            <a:ext cx="3174625" cy="3924000"/>
          </a:xfrm>
          <a:prstGeom prst="ellipse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AEEBF3A-185C-BB83-6BA3-454EB010907D}"/>
              </a:ext>
            </a:extLst>
          </p:cNvPr>
          <p:cNvSpPr txBox="1"/>
          <p:nvPr/>
        </p:nvSpPr>
        <p:spPr>
          <a:xfrm rot="16200000">
            <a:off x="-5344069" y="10100733"/>
            <a:ext cx="121158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abundance /grams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EB7BEB-9321-0232-52E8-75FBBC296691}"/>
              </a:ext>
            </a:extLst>
          </p:cNvPr>
          <p:cNvSpPr txBox="1"/>
          <p:nvPr/>
        </p:nvSpPr>
        <p:spPr>
          <a:xfrm>
            <a:off x="426801" y="380442"/>
            <a:ext cx="535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C47353-35A9-B79A-CA98-96A14E8B286A}"/>
              </a:ext>
            </a:extLst>
          </p:cNvPr>
          <p:cNvSpPr txBox="1"/>
          <p:nvPr/>
        </p:nvSpPr>
        <p:spPr>
          <a:xfrm>
            <a:off x="445969" y="4003095"/>
            <a:ext cx="5180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EB046-13B0-1150-7ACD-A3FD9A8E1A0B}"/>
              </a:ext>
            </a:extLst>
          </p:cNvPr>
          <p:cNvSpPr txBox="1"/>
          <p:nvPr/>
        </p:nvSpPr>
        <p:spPr>
          <a:xfrm>
            <a:off x="7846546" y="342900"/>
            <a:ext cx="567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</a:t>
            </a: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11BD4C46-2431-D233-C29A-BABC710AB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801" y="16415563"/>
            <a:ext cx="19656000" cy="131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15BB55-3CF6-D64E-00FF-220675142E49}"/>
              </a:ext>
            </a:extLst>
          </p:cNvPr>
          <p:cNvSpPr/>
          <p:nvPr/>
        </p:nvSpPr>
        <p:spPr>
          <a:xfrm>
            <a:off x="2596896" y="11192256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699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155108</TotalTime>
  <Words>98</Words>
  <Application>Microsoft Macintosh PowerPoint</Application>
  <PresentationFormat>Custom</PresentationFormat>
  <Paragraphs>45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Expedito Olimi</dc:creator>
  <cp:lastModifiedBy>Expedito Olimi</cp:lastModifiedBy>
  <cp:revision>218</cp:revision>
  <dcterms:created xsi:type="dcterms:W3CDTF">2024-03-20T15:24:22Z</dcterms:created>
  <dcterms:modified xsi:type="dcterms:W3CDTF">2025-08-13T22:52:06Z</dcterms:modified>
</cp:coreProperties>
</file>